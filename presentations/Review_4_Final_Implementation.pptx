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ukta"/>
      <p:regular r:id="rId201314"/>
    </p:embeddedFont>
    <p:embeddedFont>
      <p:font typeface="Mukta Medium"/>
      <p:regular r:id="rId201315"/>
    </p:embeddedFont>
    <p:embeddedFont>
      <p:font typeface="Mukta Light"/>
      <p:regular r:id="rId201316"/>
    </p:embeddedFont>
    <p:embeddedFont>
      <p:font typeface="Mukta Bold"/>
      <p:regular r:id="rId201317"/>
    </p:embeddedFont>
    <p:embeddedFont>
      <p:font typeface="Prompt Bold"/>
      <p:regular r:id="rId201318"/>
    </p:embeddedFont>
    <p:embeddedFont>
      <p:font typeface="Prompt Light"/>
      <p:regular r:id="rId201319"/>
    </p:embeddedFont>
    <p:embeddedFont>
      <p:font typeface="Prompt"/>
      <p:regular r:id="rId201320"/>
    </p:embeddedFont>
    <p:embeddedFont>
      <p:font typeface="Promp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image" Target="../media/image-8-5.png"/><Relationship Id="rId10" Type="http://schemas.openxmlformats.org/officeDocument/2006/relationships/image" Target="../media/image-8-6.svg"/><Relationship Id="rId11" Type="http://schemas.openxmlformats.org/officeDocument/2006/relationships/image" Target="../media/image-8-5.png"/><Relationship Id="rId12" Type="http://schemas.openxmlformats.org/officeDocument/2006/relationships/image" Target="../media/image-8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65705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Service History Management System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2745730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Name: Tanish Pilly, A Eshwar, G Manikanta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Roll Number: 2510030055, 2510030265, 2510030199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Department: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1630"/>
            <a:ext cx="8063954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this name?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143051"/>
            <a:ext cx="742206" cy="458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5110" y="2143051"/>
            <a:ext cx="16243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Complete Service History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75110" y="2664247"/>
            <a:ext cx="162431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Stores repair entries, part replacements, invoices, mileage, and technician notes in one place.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2143051"/>
            <a:ext cx="742206" cy="458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7388" y="2143051"/>
            <a:ext cx="16243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Maintenance &amp; Reminders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27388" y="2664247"/>
            <a:ext cx="162431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Automated future-service reminders and scheduling replace manual follow-ups.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2143051"/>
            <a:ext cx="742206" cy="4586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143051"/>
            <a:ext cx="16243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Centralized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664247"/>
            <a:ext cx="162431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Replaces paper-based records with an efficient digital database for fast retrieval and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76324"/>
            <a:ext cx="8063954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40023" y="1127745"/>
            <a:ext cx="1900238" cy="2083296"/>
          </a:xfrm>
          <a:prstGeom prst="roundRect">
            <a:avLst>
              <a:gd name="adj" fmla="val 3411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3808" y="1291530"/>
            <a:ext cx="15726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Lost Paper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3808" y="1812727"/>
            <a:ext cx="157266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Service histories on paper get misplaced, causing information gaps and disputes.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94521" y="1127745"/>
            <a:ext cx="1900312" cy="2083296"/>
          </a:xfrm>
          <a:prstGeom prst="roundRect">
            <a:avLst>
              <a:gd name="adj" fmla="val 3410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8306" y="1291530"/>
            <a:ext cx="15727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Poor Traceability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58306" y="1598414"/>
            <a:ext cx="157274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Customers lack easy access to prior services, part replacements, and costs.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9093" y="1127745"/>
            <a:ext cx="1900312" cy="2083296"/>
          </a:xfrm>
          <a:prstGeom prst="roundRect">
            <a:avLst>
              <a:gd name="adj" fmla="val 3410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2878" y="1291530"/>
            <a:ext cx="15727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Operational Overload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12878" y="1812727"/>
            <a:ext cx="157274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Service centers struggle to manage large volumes of physical records and bookings.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03665" y="1127745"/>
            <a:ext cx="1900312" cy="2083296"/>
          </a:xfrm>
          <a:prstGeom prst="roundRect">
            <a:avLst>
              <a:gd name="adj" fmla="val 3410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451" y="1291530"/>
            <a:ext cx="15727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Schedule Monitoring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67451" y="1812727"/>
            <a:ext cx="1572741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centralized reminders → missed maintenance and reduced vehicle longevity.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0023" y="3365302"/>
            <a:ext cx="8063954" cy="881360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808" y="3529087"/>
            <a:ext cx="7736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Fragmentation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3808" y="3835971"/>
            <a:ext cx="77363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Distributed records cause delays, inefficiency, and poor analytics.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0023" y="4420195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Solution: A centralized digital database that stores, indexes, and exposes service data securely for customers and centers.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05792"/>
            <a:ext cx="8063954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Objectives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157213"/>
            <a:ext cx="385763" cy="385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667" y="1157213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Digitize Records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18667" y="1464097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Convert paper files into searchable digital entries.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2301" y="1157213"/>
            <a:ext cx="385763" cy="3857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70945" y="1157213"/>
            <a:ext cx="19807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&amp; Vehicle Info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70945" y="1678409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Maintain profiles with VIN, owner, and vehicle specs.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580" y="1157213"/>
            <a:ext cx="385763" cy="3857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3224" y="1157213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Track Maintenance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23224" y="1464097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Chronological service logs with parts, labor, and mileage.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023" y="2480816"/>
            <a:ext cx="385763" cy="3857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8667" y="248081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Manage Bookings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118667" y="2787700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Online service booking and slot management for shops.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2301" y="2480816"/>
            <a:ext cx="385763" cy="3857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70945" y="248081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 Invoicing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70945" y="2787700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 and store invoices linked to service entries.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4580" y="2480816"/>
            <a:ext cx="385763" cy="3857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23224" y="248081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Spare Parts Tracking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623224" y="2787700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Inventory usage, reorder alerts, and cost tracking.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023" y="3590106"/>
            <a:ext cx="385763" cy="38576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18667" y="359010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Service Reminders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118667" y="3896990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Automated notifications based on time or mileage.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2301" y="3590106"/>
            <a:ext cx="385763" cy="38576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70945" y="359010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Reports &amp; Analytics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3870945" y="3896990"/>
            <a:ext cx="19807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Operational and customer-facing reports to inform decisions.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44580" y="3590106"/>
            <a:ext cx="385763" cy="38576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623224" y="3590106"/>
            <a:ext cx="1980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Satisfaction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6623224" y="3896990"/>
            <a:ext cx="19807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Faster service, transparency, and convenient records access.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725760"/>
            <a:ext cx="463495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Feasibility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969023" y="1437010"/>
            <a:ext cx="2132186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Proposed Technologies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69023" y="1797472"/>
            <a:ext cx="2132186" cy="208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MySQL for relational storage and indexing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Back-end: Java (Spring Boot/JSP) or Python Flask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Front-end: HTML, CSS, JavaScript, Bootstrap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Server: XAMPP (dev) or Apache Tomcat (production)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76554" y="1437010"/>
            <a:ext cx="2132186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Feasibility Highlights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76554" y="1797472"/>
            <a:ext cx="2132186" cy="2567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 hardware footprint; runs on modest server or cloud VM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Scalable schema—normalized tables for vehicles, services, parts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storage: role-based access, encrypted connections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Easy deployment and maintainability with container or LAMP/Tomcat stack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1127"/>
            <a:ext cx="8063954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Operational Feasibility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540023" y="923330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3851" y="966415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Simple UI for Staff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23851" y="1201638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Intuitive interfaces for search, check-in, and invoicing—minimal training required.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0023" y="1587103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851" y="1630189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Quick Customer Registration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23851" y="1865412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Fast onboarding with VIN scanning or manual entry.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0023" y="2250877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851" y="2293962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Fast Retrieval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851" y="2529185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Instant lookup of past services and parts history.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0023" y="2914650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851" y="2957736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Report Generation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851" y="3192959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On-demand reports for revenue, parts usage, and service trends.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0023" y="3578423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851" y="3621509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Paper Reduction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3851" y="3856732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Significantly reduces paperwork, storage costs, and retrieval time.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0023" y="4242197"/>
            <a:ext cx="282029" cy="282029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851" y="4285283"/>
            <a:ext cx="76801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Minimal Training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3851" y="4520505"/>
            <a:ext cx="7680127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Role-based views and contextual help reduce the learning curve.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58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24309"/>
            <a:ext cx="4634954" cy="31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Novelty &amp; Extensions</a:t>
            </a:r>
            <a:endParaRPr lang="en-US" sz="1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023" y="1084511"/>
            <a:ext cx="355625" cy="355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9023" y="1603995"/>
            <a:ext cx="1645741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What’s Unique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69023" y="1932682"/>
            <a:ext cx="1645741" cy="874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Complete digital history, automated reminders, integrated parts inventory, and digital invoices.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3069729"/>
            <a:ext cx="355625" cy="355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69023" y="3589213"/>
            <a:ext cx="1645741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Built-in Analytics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69023" y="3917900"/>
            <a:ext cx="1645741" cy="656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Operational dashboards for shops to monitor KPIs and costs.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966594" y="1068139"/>
            <a:ext cx="2642146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Extensions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66594" y="1396826"/>
            <a:ext cx="2642146" cy="188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QR codes on vehicles to pull up history at any service point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Mobile app for owners with reminders and service booking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Predictive maintenance using usage and sensor data</a:t>
            </a:r>
            <a:endParaRPr lang="en-US" sz="1100" dirty="0"/>
          </a:p>
          <a:p>
            <a:pPr algn="l" marL="223520" indent="-22352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AI-based parts-replacement recommendations and cost forecasting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80355"/>
            <a:ext cx="806395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Societal Need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216893"/>
            <a:ext cx="3957191" cy="855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664" y="1373535"/>
            <a:ext cx="364390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Better Maintenance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6664" y="1674168"/>
            <a:ext cx="364390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Timely services extend vehicle life and performance.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712" y="1216893"/>
            <a:ext cx="3957265" cy="8550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03353" y="1373535"/>
            <a:ext cx="3643982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Improved Road Safety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03353" y="1674168"/>
            <a:ext cx="36439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Tracking critical repairs reduces breakdowns and accidents.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2221409"/>
            <a:ext cx="3957191" cy="1096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6664" y="2378050"/>
            <a:ext cx="364390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Paperless Processes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96664" y="2678683"/>
            <a:ext cx="364390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Reduces environmental impact and administrative overhead.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6712" y="2221409"/>
            <a:ext cx="3957265" cy="1096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03353" y="2378050"/>
            <a:ext cx="3643982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Faster Service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03353" y="2678683"/>
            <a:ext cx="364398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Quicker check-ins and transparent pricing improve customer experience.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023" y="3467026"/>
            <a:ext cx="3957191" cy="10961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6664" y="3623667"/>
            <a:ext cx="364390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6664" y="3924300"/>
            <a:ext cx="364390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Better parts tracking and preventive maintenance lower long-term costs.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6712" y="3467026"/>
            <a:ext cx="3957265" cy="109611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03353" y="3623667"/>
            <a:ext cx="3643982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803353" y="3924300"/>
            <a:ext cx="364398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Modernizes local service centers and supports scalable operations.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847" y="444922"/>
            <a:ext cx="4736232" cy="28109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0343" y="2515689"/>
            <a:ext cx="1177328" cy="40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Better Outcomes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016586" y="2616487"/>
            <a:ext cx="1177329" cy="2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Efficient Ops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508638" y="2616487"/>
            <a:ext cx="1177329" cy="2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Centralized DB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0023" y="3429446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The Vehicle Service History Management System provides a secure centralized platform that:  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0023" y="3849886"/>
            <a:ext cx="8063954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Consolidates customer and vehicle records for fast lookup.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Automates bookings, invoices, inventory, and reminders to streamline operations.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Enables analytics and extensions (mobile, QR, predictive AI) for future scalability.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2357438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2026-08-04T04:22:44Z</dcterms:created>
  <dcterms:modified xsi:type="dcterms:W3CDTF">2026-08-04T04:22:44Z</dcterms:modified>
</cp:coreProperties>
</file>